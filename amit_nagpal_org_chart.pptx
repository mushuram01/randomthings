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0"/>
            <a:ext cx="11612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606060"/>
                </a:solidFill>
              </a:rPr>
              <a:t>Organisation Chart — Amit Nagpal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42916" y="274320"/>
            <a:ext cx="2103120" cy="566928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Amit Nagpal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4894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North + Nepal
Mandeep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925830" y="841248"/>
            <a:ext cx="5168646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71650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South
Giri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402586" y="841248"/>
            <a:ext cx="3691890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8406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West
—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879342" y="841248"/>
            <a:ext cx="2215134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25162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East
Anirban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356098" y="841248"/>
            <a:ext cx="738378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01918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Channel
Sales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4476" y="841248"/>
            <a:ext cx="738378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78674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Govt
Rupesh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" y="841248"/>
            <a:ext cx="2215134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55430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International
Business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4476" y="841248"/>
            <a:ext cx="3691890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32185" y="1325880"/>
            <a:ext cx="1261872" cy="530352"/>
          </a:xfrm>
          <a:prstGeom prst="roundRect">
            <a:avLst>
              <a:gd name="adj" fmla="val 5000"/>
            </a:avLst>
          </a:prstGeom>
          <a:solidFill>
            <a:srgbClr val="2E75B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Pharma
Sales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4476" y="841248"/>
            <a:ext cx="5168645" cy="484632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31601" y="2560320"/>
            <a:ext cx="1463040" cy="530352"/>
          </a:xfrm>
          <a:prstGeom prst="roundRect">
            <a:avLst>
              <a:gd name="adj" fmla="val 5000"/>
            </a:avLst>
          </a:prstGeom>
          <a:solidFill>
            <a:srgbClr val="5B9B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Shashibhusan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263121" y="1856232"/>
            <a:ext cx="0" cy="704088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827014" y="2560320"/>
            <a:ext cx="2011680" cy="621792"/>
          </a:xfrm>
          <a:prstGeom prst="roundRect">
            <a:avLst>
              <a:gd name="adj" fmla="val 5000"/>
            </a:avLst>
          </a:prstGeom>
          <a:solidFill>
            <a:srgbClr val="5B9B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FFFFFF"/>
                </a:solidFill>
              </a:rPr>
              <a:t>National Channel Sales Mgr
Anzar Bhatt / Sharddha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32854" y="1856232"/>
            <a:ext cx="0" cy="704088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31486" y="3749039"/>
            <a:ext cx="749808" cy="420624"/>
          </a:xfrm>
          <a:prstGeom prst="roundRect">
            <a:avLst>
              <a:gd name="adj" fmla="val 5000"/>
            </a:avLst>
          </a:prstGeom>
          <a:solidFill>
            <a:srgbClr val="BDD7E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2E"/>
                </a:solidFill>
              </a:rPr>
              <a:t>North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406390" y="3182112"/>
            <a:ext cx="1426464" cy="566927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982462" y="3749039"/>
            <a:ext cx="749808" cy="420624"/>
          </a:xfrm>
          <a:prstGeom prst="roundRect">
            <a:avLst>
              <a:gd name="adj" fmla="val 5000"/>
            </a:avLst>
          </a:prstGeom>
          <a:solidFill>
            <a:srgbClr val="BDD7E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2E"/>
                </a:solidFill>
              </a:rPr>
              <a:t>South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357366" y="3182112"/>
            <a:ext cx="475488" cy="566927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33438" y="3749039"/>
            <a:ext cx="749808" cy="420624"/>
          </a:xfrm>
          <a:prstGeom prst="roundRect">
            <a:avLst>
              <a:gd name="adj" fmla="val 5000"/>
            </a:avLst>
          </a:prstGeom>
          <a:solidFill>
            <a:srgbClr val="BDD7E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2E"/>
                </a:solidFill>
              </a:rPr>
              <a:t>West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32854" y="3182112"/>
            <a:ext cx="475488" cy="566927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84414" y="3749039"/>
            <a:ext cx="749808" cy="420624"/>
          </a:xfrm>
          <a:prstGeom prst="roundRect">
            <a:avLst>
              <a:gd name="adj" fmla="val 5000"/>
            </a:avLst>
          </a:prstGeom>
          <a:solidFill>
            <a:srgbClr val="BDD7E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0">
                <a:solidFill>
                  <a:srgbClr val="1A1A2E"/>
                </a:solidFill>
              </a:rPr>
              <a:t>East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32854" y="3182112"/>
            <a:ext cx="1426464" cy="566927"/>
          </a:xfrm>
          <a:prstGeom prst="line">
            <a:avLst/>
          </a:prstGeom>
          <a:ln w="15875">
            <a:solidFill>
              <a:srgbClr val="8E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