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06060"/>
                </a:solidFill>
              </a:rPr>
              <a:t>Organisation Chart — Guru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97196" y="1097280"/>
            <a:ext cx="2194560" cy="713232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Guru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1115" y="2834640"/>
            <a:ext cx="2377440" cy="731520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Service Ops &amp; Revenue</a:t>
            </a:r>
          </a:p>
          <a:p>
            <a:pPr algn="ctr"/>
            <a:r>
              <a:rPr sz="800" b="0">
                <a:solidFill>
                  <a:srgbClr val="D0E4FF"/>
                </a:solidFill>
              </a:rPr>
              <a:t>Sajeev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3259835" y="1810512"/>
            <a:ext cx="2834641" cy="1024128"/>
          </a:xfrm>
          <a:prstGeom prst="line">
            <a:avLst/>
          </a:prstGeom>
          <a:ln w="19050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905756" y="2834640"/>
            <a:ext cx="2377440" cy="731520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Home Health</a:t>
            </a:r>
          </a:p>
          <a:p>
            <a:pPr algn="ctr"/>
            <a:r>
              <a:rPr sz="800" b="0">
                <a:solidFill>
                  <a:srgbClr val="D0E4FF"/>
                </a:solidFill>
              </a:rPr>
              <a:t>Vineeth Upadhyay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4476" y="1810512"/>
            <a:ext cx="0" cy="1024128"/>
          </a:xfrm>
          <a:prstGeom prst="line">
            <a:avLst/>
          </a:prstGeom>
          <a:ln w="19050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40396" y="2834640"/>
            <a:ext cx="2377440" cy="731520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Kuberan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4476" y="1810512"/>
            <a:ext cx="2834640" cy="1024128"/>
          </a:xfrm>
          <a:prstGeom prst="line">
            <a:avLst/>
          </a:prstGeom>
          <a:ln w="19050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